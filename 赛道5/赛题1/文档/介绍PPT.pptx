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存算一体芯片中非线性误差对推理精度的影响研究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70C0"/>
                </a:solidFill>
              </a:defRPr>
            </a:pPr>
            <a:r>
              <a:t>赛道五：存算算法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团队：HDUer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1. 研究背景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2. 敏感性分析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3. 鲁棒性增强方法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4. 实验结果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5. 拓展研究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6.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 研究背景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存算一体(CIM)架构通过消除数据搬运提升能效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传统冯诺依曼架构面临存储墙瓶颈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CIM将计算嵌入存储单元，减少数据移动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模拟器件实现的CIM易受非线性误差影响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主要挑战：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输入信号幅度变化导致非线性特性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温度漂移和器件工艺偏差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1.1 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核心问题：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如何通过算法增强神经网络在实际存算芯片部署中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对非线性误差的容忍能力与鲁棒性？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研究任务：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任务一：分析不同非线性强度下推理精度的衰减特性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任务二：设计与实现非线性感知训练方法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任务三：评估多种鲁棒性增强方法的效果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2. 敏感性分析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2.1 非线性强度对推理精度的影响</a:t>
            </a:r>
          </a:p>
        </p:txBody>
      </p:sp>
      <p:pic>
        <p:nvPicPr>
          <p:cNvPr id="4" name="Picture 3" descr="accuracy_vs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4801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ResNet18在CIFAR-10上，不同α值对应的推理精度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2.2 敏感性分析详细结果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α值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推理精度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精度衰减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敏感等级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0.0 (Clean)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80.99%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-1.0%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77.63%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-4.3%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开始下降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-11.0%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显著损失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60.40%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-21.5%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严重下降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48.49%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-33.5%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接近一半损失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2.3 误差累积分析</a:t>
            </a:r>
          </a:p>
        </p:txBody>
      </p:sp>
      <p:pic>
        <p:nvPicPr>
          <p:cNvPr id="4" name="Picture 3" descr="error_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262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各层非线性误差的累积效应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2.4 层分布偏移分析</a:t>
            </a:r>
          </a:p>
        </p:txBody>
      </p:sp>
      <p:pic>
        <p:nvPicPr>
          <p:cNvPr id="4" name="Picture 3" descr="layer_distributio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9936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不同层激活分布随非线性强度增加的变化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3. 鲁棒性增强方法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3.1 鲁棒性增强方法概述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本研究评估了多种鲁棒性增强方法：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1. 预失真补偿 (Pre-distortion)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- 在前向传播前对输入进行非线性预补偿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2. 校准层 (Calibration Layer)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- 添加可学习的校准层修正非线性输出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3. 非线性感知训练 (NAT)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- 在训练时注入非线性噪声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4. OVF训练 (Oriented Variational Forward)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- 基于负反馈理论，定向噪声注入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3.2 非线性感知训练 (NAT)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核心思想：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在训练过程中注入非线性误差，使网络学习适应非线性环境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实现方式：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前向传播：x' = x + α(x³ - x)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损失计算：在非线性扰动后计算损失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反向传播：更新权重以抵抗非线性影响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NAT+混合Alpha优化：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每次迭代随机采样α∈[0, 0.5]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扩大训练分布覆盖范围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3.3 OVF与SAM训练方法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OVF (Oriented Variational Forward) 训练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基于负反馈理论，定向注入变异噪声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在CODES+ISSS 2024发表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SAM (Sharpness-Aware Minimization) 训练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最小化损失面的尖锐度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提升模型泛化能力和鲁棒性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在ICLR 2021发表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4. 实验结果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4.1 鲁棒性方法综合对比</a:t>
            </a:r>
          </a:p>
        </p:txBody>
      </p:sp>
      <p:pic>
        <p:nvPicPr>
          <p:cNvPr id="4" name="Picture 3" descr="summ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2883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各方法在不同非线性强度下的精度表现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4.2 方法综合对比表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α=0.0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α=0.2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α=0.5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平均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波动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77.63%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48.49%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70.07%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33.46%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预失真补偿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60.74%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74.68%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21.21%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NAT+混合Alpha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83.74%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78.56%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5.53%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OVF训练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77.40%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83.47%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81.06%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6.24%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SAM训练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76.45%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82.29%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77.44%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80.06%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6.30%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4.3 微调 vs 从头训练</a:t>
            </a:r>
          </a:p>
        </p:txBody>
      </p:sp>
      <p:pic>
        <p:nvPicPr>
          <p:cNvPr id="4" name="Picture 3" descr="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544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微调策略显著优于从头训练 (p &lt; 0.0001)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4.4 量化 vs 非线性误差</a:t>
            </a:r>
          </a:p>
        </p:txBody>
      </p:sp>
      <p:pic>
        <p:nvPicPr>
          <p:cNvPr id="4" name="Picture 3" descr="quantization_vs_non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983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量化误差与非线性误差的独立处理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5. 拓展研究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5.1 网络结构影响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ResNet34最鲁棒（衰减仅3.79%）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实验结果：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ResNet34: 衰减3.79% - 最优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ResNet18: 衰减4.48% - 中等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MobileNetV2: 衰减5.37% - 最敏感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结论：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残差连接优于深度可分离卷积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适度增加网络深度可提升鲁棒性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5.2 高斯噪声等效分析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发现：非线性误差与高斯噪声有等效关系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等效关系：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σ=0.1 ≈ α=0.2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σ=0.15 ≈ α=0.4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应用价值：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可用高斯噪声简化非线性实验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便于理论分析和建模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5.3 主要贡献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1. 系统性分析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对不同非线性强度下神经网络推理精度的衰减特性进行了全面分析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2. 方法对比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对比研究了多种鲁棒性增强方法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3. 创新方法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提出了NAT+混合Alpha优化方法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4. 严谨实验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   通过统计学方法验证微调策略相对于从头训练的优势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6. 总结与展望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6.1 研究成果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研究成果：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系统分析了CIM中非线性误差对网络精度的影响规律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验证了NAT系列方法的有效性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提出了NAT+混合Alpha优化，取得了最佳的鲁棒性-精度平衡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NAT+混合Alpha平均精度81.71%，波动仅±5.53%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6.2 未来方向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未来研究方向：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在更大规模数据集(ImageNet)上验证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结合量化误差与非线性误差的联合优化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探索更多先进的训练策略(如SAM变体)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实际硬件平台部署验证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团队名称：HDUer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工作说明：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独立完成本项目的全部研究工作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个人职责：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项目统筹、算法设计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• 实验实现、报告撰写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致谢：</a:t>
            </a:r>
          </a:p>
          <a:p>
            <a:pPr>
              <a:spcAft>
                <a:spcPts val="1400"/>
              </a:spcAft>
              <a:defRPr sz="2400">
                <a:solidFill>
                  <a:srgbClr val="595959"/>
                </a:solidFill>
              </a:defRPr>
            </a:pPr>
            <a:r>
              <a:t>感谢赛道五主办方提供的宝贵竞赛机会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70C0"/>
                </a:solidFill>
              </a:defRPr>
            </a:pPr>
            <a:r>
              <a:t>欢迎批评指正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团队：HDUer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